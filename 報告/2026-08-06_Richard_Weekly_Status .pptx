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6" r:id="rId2"/>
    <p:sldId id="265" r:id="rId3"/>
    <p:sldId id="285" r:id="rId4"/>
    <p:sldId id="267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9" r:id="rId13"/>
    <p:sldId id="298" r:id="rId14"/>
    <p:sldId id="300" r:id="rId15"/>
    <p:sldId id="302" r:id="rId16"/>
    <p:sldId id="303" r:id="rId17"/>
  </p:sldIdLst>
  <p:sldSz cx="18288000" cy="10287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Bold" panose="02020500000000000000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981200" y="266700"/>
            <a:ext cx="14325600" cy="1433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360"/>
              </a:lnSpc>
            </a:pPr>
            <a:r>
              <a:rPr lang="en-US" altLang="zh-TW" sz="7200" b="1" dirty="0"/>
              <a:t>Weekly Progress Report (2026-08-06)</a:t>
            </a:r>
            <a:endParaRPr lang="en-US" altLang="zh-TW" sz="8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DA975526-3572-432E-964A-1995EB720D6D}"/>
              </a:ext>
            </a:extLst>
          </p:cNvPr>
          <p:cNvSpPr txBox="1"/>
          <p:nvPr/>
        </p:nvSpPr>
        <p:spPr>
          <a:xfrm>
            <a:off x="1981200" y="4838700"/>
            <a:ext cx="12115800" cy="17660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5400" dirty="0">
                <a:sym typeface="PT Serif"/>
              </a:rPr>
              <a:t>Topic</a:t>
            </a:r>
            <a:r>
              <a:rPr lang="zh-TW" altLang="en-US" sz="5400" dirty="0">
                <a:sym typeface="PT Serif"/>
              </a:rPr>
              <a:t>：</a:t>
            </a:r>
            <a:r>
              <a:rPr lang="en-US" altLang="zh-TW" sz="5400" dirty="0">
                <a:sym typeface="PT Serif"/>
              </a:rPr>
              <a:t>energy-aware scheduling</a:t>
            </a:r>
            <a:r>
              <a:rPr lang="zh-TW" altLang="en-US" sz="5400" dirty="0">
                <a:sym typeface="PT Serif"/>
              </a:rPr>
              <a:t> </a:t>
            </a:r>
            <a:r>
              <a:rPr lang="en-US" altLang="zh-TW" sz="5400" dirty="0">
                <a:sym typeface="PT Serif"/>
              </a:rPr>
              <a:t>(tentative)</a:t>
            </a:r>
            <a:r>
              <a:rPr lang="zh-TW" altLang="en-US" sz="5400" dirty="0">
                <a:sym typeface="PT Serif"/>
              </a:rPr>
              <a:t> </a:t>
            </a:r>
            <a:endParaRPr lang="en-US" altLang="zh-TW" sz="5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sz="5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sz="5400" dirty="0">
                <a:sym typeface="PT Serif"/>
              </a:rPr>
              <a:t>Name</a:t>
            </a:r>
            <a:r>
              <a:rPr lang="zh-TW" altLang="en-US" sz="5400" dirty="0">
                <a:sym typeface="PT Serif"/>
              </a:rPr>
              <a:t>：徐銘亨 </a:t>
            </a:r>
            <a:r>
              <a:rPr lang="en-US" altLang="zh-TW" sz="5400" dirty="0">
                <a:sym typeface="PT Serif"/>
              </a:rPr>
              <a:t>(Richard)</a:t>
            </a:r>
          </a:p>
        </p:txBody>
      </p:sp>
    </p:spTree>
    <p:extLst>
      <p:ext uri="{BB962C8B-B14F-4D97-AF65-F5344CB8AC3E}">
        <p14:creationId xmlns:p14="http://schemas.microsoft.com/office/powerpoint/2010/main" val="4278238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5600700" cy="1517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spc="-480" dirty="0">
                <a:solidFill>
                  <a:srgbClr val="000000"/>
                </a:solidFill>
                <a:ea typeface="Roboto Bold"/>
                <a:cs typeface="Roboto Bold"/>
                <a:sym typeface="Roboto Bold"/>
              </a:rPr>
              <a:t>Outline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F063215-FEF7-45DA-8F69-E4143231AD9F}"/>
              </a:ext>
            </a:extLst>
          </p:cNvPr>
          <p:cNvSpPr txBox="1"/>
          <p:nvPr/>
        </p:nvSpPr>
        <p:spPr>
          <a:xfrm>
            <a:off x="1059180" y="2933700"/>
            <a:ext cx="11894820" cy="6352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Recently work</a:t>
            </a:r>
            <a:br>
              <a:rPr lang="en-US" altLang="zh-TW" sz="4400" dirty="0">
                <a:sym typeface="PT Serif"/>
              </a:rPr>
            </a:br>
            <a:br>
              <a:rPr lang="en-US" altLang="zh-TW" sz="4400" dirty="0">
                <a:sym typeface="PT Serif"/>
              </a:rPr>
            </a:br>
            <a:r>
              <a:rPr lang="en-US" altLang="zh-TW" sz="4400" dirty="0">
                <a:sym typeface="PT Serif"/>
              </a:rPr>
              <a:t>	-&gt;</a:t>
            </a:r>
            <a:r>
              <a:rPr lang="en-US" altLang="zh-TW" sz="4400" dirty="0"/>
              <a:t> Refer to the </a:t>
            </a:r>
            <a:r>
              <a:rPr lang="en-US" altLang="zh-TW" sz="4400" dirty="0" err="1"/>
              <a:t>daily_notes</a:t>
            </a:r>
            <a:endParaRPr lang="en-US" altLang="zh-TW" sz="4400" dirty="0"/>
          </a:p>
          <a:p>
            <a:pPr algn="l">
              <a:lnSpc>
                <a:spcPts val="4480"/>
              </a:lnSpc>
            </a:pPr>
            <a:endParaRPr lang="en-US" altLang="zh-TW" sz="4400" dirty="0"/>
          </a:p>
          <a:p>
            <a:pPr algn="l">
              <a:lnSpc>
                <a:spcPts val="4480"/>
              </a:lnSpc>
            </a:pPr>
            <a:endParaRPr lang="en-US" altLang="zh-TW" sz="4400" dirty="0"/>
          </a:p>
          <a:p>
            <a:pPr algn="l">
              <a:lnSpc>
                <a:spcPts val="4480"/>
              </a:lnSpc>
            </a:pPr>
            <a:r>
              <a:rPr lang="en-US" altLang="zh-TW" sz="4400" dirty="0"/>
              <a:t>2</a:t>
            </a:r>
            <a:r>
              <a:rPr lang="zh-TW" altLang="en-US" sz="4400" dirty="0"/>
              <a:t>、</a:t>
            </a:r>
            <a:r>
              <a:rPr lang="en-US" altLang="zh-TW" sz="4400" dirty="0"/>
              <a:t>review the last meeting issues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3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Discuss some issues</a:t>
            </a:r>
            <a:br>
              <a:rPr lang="en-US" altLang="zh-TW" sz="4400" dirty="0">
                <a:sym typeface="PT Serif"/>
              </a:rPr>
            </a:br>
            <a:br>
              <a:rPr lang="en-US" altLang="zh-TW" sz="4400" dirty="0">
                <a:sym typeface="PT Serif"/>
              </a:rPr>
            </a:br>
            <a:r>
              <a:rPr lang="en-US" altLang="zh-TW" sz="4400" dirty="0">
                <a:sym typeface="PT Serif"/>
              </a:rPr>
              <a:t>	-&gt; Listed in later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DA975526-3572-432E-964A-1995EB720D6D}"/>
              </a:ext>
            </a:extLst>
          </p:cNvPr>
          <p:cNvSpPr txBox="1"/>
          <p:nvPr/>
        </p:nvSpPr>
        <p:spPr>
          <a:xfrm>
            <a:off x="1059180" y="2933700"/>
            <a:ext cx="7620000" cy="5787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 lang="en-US" sz="4400" dirty="0"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244942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5334000" y="4386562"/>
            <a:ext cx="76200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Recently work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F063215-FEF7-45DA-8F69-E4143231AD9F}"/>
              </a:ext>
            </a:extLst>
          </p:cNvPr>
          <p:cNvSpPr txBox="1"/>
          <p:nvPr/>
        </p:nvSpPr>
        <p:spPr>
          <a:xfrm>
            <a:off x="1059180" y="2933700"/>
            <a:ext cx="11894820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1645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Refer to the </a:t>
            </a:r>
            <a:r>
              <a:rPr lang="en-US" altLang="zh-TW" sz="9600" b="1" dirty="0" err="1"/>
              <a:t>daily_notes</a:t>
            </a:r>
            <a:r>
              <a:rPr lang="en-US" altLang="zh-TW" sz="9600" b="1" dirty="0"/>
              <a:t>  -1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BEAF3D6-1CEC-4537-B53C-A04D5DB5E6FD}"/>
              </a:ext>
            </a:extLst>
          </p:cNvPr>
          <p:cNvSpPr txBox="1"/>
          <p:nvPr/>
        </p:nvSpPr>
        <p:spPr>
          <a:xfrm>
            <a:off x="1059180" y="2933700"/>
            <a:ext cx="11894820" cy="1735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The flowchart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7969A55-6FDB-44C8-B20B-60F26DC18A3C}"/>
              </a:ext>
            </a:extLst>
          </p:cNvPr>
          <p:cNvSpPr txBox="1"/>
          <p:nvPr/>
        </p:nvSpPr>
        <p:spPr>
          <a:xfrm>
            <a:off x="1600200" y="92583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https://drive.google.com/file/d/1BIkji4IptiBKwRFLviehW6CiFePjMpe2/view?usp=drive_link</a:t>
            </a:r>
          </a:p>
        </p:txBody>
      </p:sp>
    </p:spTree>
    <p:extLst>
      <p:ext uri="{BB962C8B-B14F-4D97-AF65-F5344CB8AC3E}">
        <p14:creationId xmlns:p14="http://schemas.microsoft.com/office/powerpoint/2010/main" val="640654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Refer to the </a:t>
            </a:r>
            <a:r>
              <a:rPr lang="en-US" altLang="zh-TW" sz="9600" b="1" dirty="0" err="1"/>
              <a:t>daily_notes</a:t>
            </a:r>
            <a:r>
              <a:rPr lang="en-US" altLang="zh-TW" sz="9600" b="1" dirty="0"/>
              <a:t>  -2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BEAF3D6-1CEC-4537-B53C-A04D5DB5E6FD}"/>
              </a:ext>
            </a:extLst>
          </p:cNvPr>
          <p:cNvSpPr txBox="1"/>
          <p:nvPr/>
        </p:nvSpPr>
        <p:spPr>
          <a:xfrm>
            <a:off x="1059180" y="2933700"/>
            <a:ext cx="11894820" cy="6929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Install Ubuntu System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-&gt; More troubles happened than my expectation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2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Complete the </a:t>
            </a:r>
            <a:r>
              <a:rPr lang="en-US" altLang="zh-TW" sz="4400" dirty="0" err="1">
                <a:sym typeface="PT Serif"/>
              </a:rPr>
              <a:t>Track_A</a:t>
            </a:r>
            <a:r>
              <a:rPr lang="en-US" altLang="zh-TW" sz="4400" dirty="0">
                <a:sym typeface="PT Serif"/>
              </a:rPr>
              <a:t> 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-&gt; Data is inconsistent with David’s notes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-&gt; Pending work to deal with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-&gt; Go to finish </a:t>
            </a:r>
            <a:r>
              <a:rPr lang="en-US" altLang="zh-TW" sz="4400" dirty="0" err="1">
                <a:sym typeface="PT Serif"/>
              </a:rPr>
              <a:t>Track_B</a:t>
            </a:r>
            <a:r>
              <a:rPr lang="en-US" altLang="zh-TW" sz="4400" dirty="0">
                <a:sym typeface="PT Serif"/>
              </a:rPr>
              <a:t> and reading </a:t>
            </a:r>
          </a:p>
        </p:txBody>
      </p:sp>
    </p:spTree>
    <p:extLst>
      <p:ext uri="{BB962C8B-B14F-4D97-AF65-F5344CB8AC3E}">
        <p14:creationId xmlns:p14="http://schemas.microsoft.com/office/powerpoint/2010/main" val="372923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Refer to the </a:t>
            </a:r>
            <a:r>
              <a:rPr lang="en-US" altLang="zh-TW" sz="9600" b="1" dirty="0" err="1"/>
              <a:t>daily_notes</a:t>
            </a:r>
            <a:r>
              <a:rPr lang="en-US" altLang="zh-TW" sz="9600" b="1" dirty="0"/>
              <a:t>  -3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BEAF3D6-1CEC-4537-B53C-A04D5DB5E6FD}"/>
              </a:ext>
            </a:extLst>
          </p:cNvPr>
          <p:cNvSpPr txBox="1"/>
          <p:nvPr/>
        </p:nvSpPr>
        <p:spPr>
          <a:xfrm>
            <a:off x="1059180" y="2933700"/>
            <a:ext cx="14866620" cy="5198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4400" dirty="0">
                <a:sym typeface="PT Serif"/>
              </a:rPr>
              <a:t>3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Reading some paper to get increase </a:t>
            </a:r>
            <a:r>
              <a:rPr lang="en-US" altLang="zh-TW" sz="4400" dirty="0"/>
              <a:t>Knowledge Base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4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Update my notes to git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5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Collect some problems and ready to discuss now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D780A74-89FD-41C1-8F55-BCB13C95FAF7}"/>
              </a:ext>
            </a:extLst>
          </p:cNvPr>
          <p:cNvSpPr txBox="1"/>
          <p:nvPr/>
        </p:nvSpPr>
        <p:spPr>
          <a:xfrm>
            <a:off x="-15240" y="9340161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https://github.com/Richard-NTUST/UploadFromMyLaptop/blob/master/TEEP_David%E8%B3%87%E6%96%99/internship/docs/StudyNotes/2026-06-29_WINLAB_ORU_Power_Saving_Direction.md</a:t>
            </a:r>
          </a:p>
        </p:txBody>
      </p:sp>
    </p:spTree>
    <p:extLst>
      <p:ext uri="{BB962C8B-B14F-4D97-AF65-F5344CB8AC3E}">
        <p14:creationId xmlns:p14="http://schemas.microsoft.com/office/powerpoint/2010/main" val="3728021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4191000" y="4386562"/>
            <a:ext cx="99060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Discuss some issue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F063215-FEF7-45DA-8F69-E4143231AD9F}"/>
              </a:ext>
            </a:extLst>
          </p:cNvPr>
          <p:cNvSpPr txBox="1"/>
          <p:nvPr/>
        </p:nvSpPr>
        <p:spPr>
          <a:xfrm>
            <a:off x="1059180" y="2933700"/>
            <a:ext cx="11894820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4002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Discuss some issues -1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BEAF3D6-1CEC-4537-B53C-A04D5DB5E6FD}"/>
              </a:ext>
            </a:extLst>
          </p:cNvPr>
          <p:cNvSpPr txBox="1"/>
          <p:nvPr/>
        </p:nvSpPr>
        <p:spPr>
          <a:xfrm>
            <a:off x="1059180" y="2933700"/>
            <a:ext cx="14866620" cy="5198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Gu</a:t>
            </a:r>
            <a:r>
              <a:rPr lang="zh-TW" altLang="en-US" sz="4400" dirty="0">
                <a:sym typeface="PT Serif"/>
              </a:rPr>
              <a:t>教授 短期課程問題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因撞堂問題而重新調整後的時間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8/20</a:t>
            </a:r>
            <a:r>
              <a:rPr lang="zh-TW" altLang="en-US" sz="4400" dirty="0">
                <a:sym typeface="PT Serif"/>
              </a:rPr>
              <a:t>前的選課名條，如何填寫 </a:t>
            </a:r>
            <a:r>
              <a:rPr lang="en-US" altLang="zh-TW" sz="4400" dirty="0">
                <a:sym typeface="PT Serif"/>
              </a:rPr>
              <a:t>(</a:t>
            </a:r>
            <a:r>
              <a:rPr lang="zh-TW" altLang="en-US" sz="4400" dirty="0">
                <a:sym typeface="PT Serif"/>
              </a:rPr>
              <a:t>紙本 </a:t>
            </a:r>
            <a:r>
              <a:rPr lang="en-US" altLang="zh-TW" sz="4400" dirty="0">
                <a:sym typeface="PT Serif"/>
              </a:rPr>
              <a:t>OR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others)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 -&gt; </a:t>
            </a:r>
            <a:r>
              <a:rPr lang="zh-TW" altLang="en-US" sz="4400" dirty="0">
                <a:sym typeface="PT Serif"/>
              </a:rPr>
              <a:t>現在確定</a:t>
            </a:r>
            <a:r>
              <a:rPr lang="en-US" altLang="zh-TW" sz="4400" dirty="0">
                <a:sym typeface="PT Serif"/>
              </a:rPr>
              <a:t>6</a:t>
            </a:r>
            <a:r>
              <a:rPr lang="zh-TW" altLang="en-US" sz="4400" dirty="0">
                <a:sym typeface="PT Serif"/>
              </a:rPr>
              <a:t>人，至少要</a:t>
            </a:r>
            <a:r>
              <a:rPr lang="en-US" altLang="zh-TW" sz="4400" dirty="0">
                <a:sym typeface="PT Serif"/>
              </a:rPr>
              <a:t>10</a:t>
            </a:r>
            <a:r>
              <a:rPr lang="zh-TW" altLang="en-US" sz="4400" dirty="0">
                <a:sym typeface="PT Serif"/>
              </a:rPr>
              <a:t>人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E906EDA-A676-46FF-9293-4245C50C8D80}"/>
              </a:ext>
            </a:extLst>
          </p:cNvPr>
          <p:cNvSpPr txBox="1"/>
          <p:nvPr/>
        </p:nvSpPr>
        <p:spPr>
          <a:xfrm>
            <a:off x="179070" y="947866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https://docs.google.com/spreadsheets/d/1QJsUyfsS-wzTVsa9t9JTWWLZeYyyl9qMX4noibold2A/edit?gid=151175709#gid=151175709</a:t>
            </a:r>
          </a:p>
        </p:txBody>
      </p:sp>
    </p:spTree>
    <p:extLst>
      <p:ext uri="{BB962C8B-B14F-4D97-AF65-F5344CB8AC3E}">
        <p14:creationId xmlns:p14="http://schemas.microsoft.com/office/powerpoint/2010/main" val="104735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Discuss some issues -2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BEAF3D6-1CEC-4537-B53C-A04D5DB5E6FD}"/>
              </a:ext>
            </a:extLst>
          </p:cNvPr>
          <p:cNvSpPr txBox="1"/>
          <p:nvPr/>
        </p:nvSpPr>
        <p:spPr>
          <a:xfrm>
            <a:off x="1059180" y="2933700"/>
            <a:ext cx="14866620" cy="5775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2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git clone </a:t>
            </a:r>
            <a:r>
              <a:rPr lang="zh-TW" altLang="en-US" sz="4400" dirty="0">
                <a:sym typeface="PT Serif"/>
              </a:rPr>
              <a:t>後的連結問題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著作權問題，出處標哪裡</a:t>
            </a:r>
            <a:r>
              <a:rPr lang="en-US" altLang="zh-TW" sz="4400" dirty="0">
                <a:sym typeface="PT Serif"/>
              </a:rPr>
              <a:t>?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是否有範例</a:t>
            </a:r>
            <a:r>
              <a:rPr lang="en-US" altLang="zh-TW" sz="4400" dirty="0">
                <a:sym typeface="PT Serif"/>
              </a:rPr>
              <a:t>?</a:t>
            </a:r>
            <a:r>
              <a:rPr lang="zh-TW" altLang="en-US" sz="4400" dirty="0">
                <a:sym typeface="PT Serif"/>
              </a:rPr>
              <a:t> 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3</a:t>
            </a:r>
            <a:r>
              <a:rPr lang="zh-TW" altLang="en-US" sz="4400" dirty="0">
                <a:sym typeface="PT Serif"/>
              </a:rPr>
              <a:t>、連結到實驗室的 </a:t>
            </a:r>
            <a:r>
              <a:rPr lang="en-US" altLang="zh-TW" sz="4400" dirty="0" err="1">
                <a:sym typeface="PT Serif"/>
              </a:rPr>
              <a:t>github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Finn </a:t>
            </a:r>
            <a:r>
              <a:rPr lang="zh-TW" altLang="en-US" sz="4400" dirty="0">
                <a:sym typeface="PT Serif"/>
              </a:rPr>
              <a:t>已經掛在實驗室底下 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18B5FA6-F0C4-441A-AF6F-F70E1A3FDEAF}"/>
              </a:ext>
            </a:extLst>
          </p:cNvPr>
          <p:cNvSpPr txBox="1"/>
          <p:nvPr/>
        </p:nvSpPr>
        <p:spPr>
          <a:xfrm>
            <a:off x="15240" y="9809446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https://github.com/bmw-ece-ntust/Finn-Project</a:t>
            </a:r>
          </a:p>
        </p:txBody>
      </p:sp>
    </p:spTree>
    <p:extLst>
      <p:ext uri="{BB962C8B-B14F-4D97-AF65-F5344CB8AC3E}">
        <p14:creationId xmlns:p14="http://schemas.microsoft.com/office/powerpoint/2010/main" val="3472618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Discuss some issues -3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BEAF3D6-1CEC-4537-B53C-A04D5DB5E6FD}"/>
              </a:ext>
            </a:extLst>
          </p:cNvPr>
          <p:cNvSpPr txBox="1"/>
          <p:nvPr/>
        </p:nvSpPr>
        <p:spPr>
          <a:xfrm>
            <a:off x="1059180" y="2933700"/>
            <a:ext cx="14866620" cy="6929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4</a:t>
            </a:r>
            <a:r>
              <a:rPr lang="zh-TW" altLang="en-US" sz="4400" dirty="0">
                <a:sym typeface="PT Serif"/>
              </a:rPr>
              <a:t>、比對系統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2026-07-28</a:t>
            </a:r>
            <a:r>
              <a:rPr lang="zh-TW" altLang="en-US" sz="4400" dirty="0">
                <a:sym typeface="PT Serif"/>
              </a:rPr>
              <a:t> 的會議中，有討論到離校程序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想提前知道是否有比對系統的資源能夠使用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5</a:t>
            </a:r>
            <a:r>
              <a:rPr lang="zh-TW" altLang="en-US" sz="4400" dirty="0">
                <a:sym typeface="PT Serif"/>
              </a:rPr>
              <a:t>、評分規則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確定是 </a:t>
            </a:r>
            <a:r>
              <a:rPr lang="en-US" altLang="zh-TW" sz="4400" dirty="0" err="1">
                <a:sym typeface="PT Serif"/>
              </a:rPr>
              <a:t>Plan_B</a:t>
            </a:r>
            <a:r>
              <a:rPr lang="zh-TW" altLang="en-US" sz="4400" dirty="0">
                <a:sym typeface="PT Serif"/>
              </a:rPr>
              <a:t> 嗎</a:t>
            </a:r>
            <a:r>
              <a:rPr lang="en-US" altLang="zh-TW" sz="4400" dirty="0">
                <a:sym typeface="PT Serif"/>
              </a:rPr>
              <a:t>?</a:t>
            </a:r>
            <a:r>
              <a:rPr lang="zh-TW" altLang="en-US" sz="4400" dirty="0">
                <a:sym typeface="PT Serif"/>
              </a:rPr>
              <a:t> 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 err="1">
                <a:sym typeface="PT Serif"/>
              </a:rPr>
              <a:t>Plan_A</a:t>
            </a:r>
            <a:r>
              <a:rPr lang="en-US" altLang="zh-TW" sz="4400" dirty="0">
                <a:sym typeface="PT Serif"/>
              </a:rPr>
              <a:t> </a:t>
            </a:r>
            <a:r>
              <a:rPr lang="zh-TW" altLang="en-US" sz="4400" dirty="0">
                <a:sym typeface="PT Serif"/>
              </a:rPr>
              <a:t>的 </a:t>
            </a:r>
            <a:r>
              <a:rPr lang="en-US" altLang="zh-TW" sz="4400" dirty="0">
                <a:sym typeface="PT Serif"/>
              </a:rPr>
              <a:t>min(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)</a:t>
            </a:r>
            <a:r>
              <a:rPr lang="zh-TW" altLang="en-US" sz="4400" dirty="0">
                <a:sym typeface="PT Serif"/>
              </a:rPr>
              <a:t> 下，有點不切實際</a:t>
            </a:r>
            <a:endParaRPr lang="en-US" altLang="zh-TW" sz="4400" dirty="0"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2315670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Discuss some issues -3</a:t>
            </a:r>
            <a:r>
              <a:rPr lang="zh-TW" altLang="en-US" sz="9600" b="1" dirty="0"/>
              <a:t> </a:t>
            </a:r>
            <a:r>
              <a:rPr lang="en-US" altLang="zh-TW" sz="9600" b="1" dirty="0"/>
              <a:t>(cont'd)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969FAD5-F4A8-4C3B-B054-E1FFDD06BB3E}"/>
              </a:ext>
            </a:extLst>
          </p:cNvPr>
          <p:cNvSpPr txBox="1"/>
          <p:nvPr/>
        </p:nvSpPr>
        <p:spPr>
          <a:xfrm>
            <a:off x="1028700" y="2915297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https://github.com/Richard-NTUST/UploadFromMyLaptop/blob/c0b18465b6aa0514f2ef66a29f9a3575f7c92d1b/%E5%B7%A5%E4%BD%9C%E6%97%A5%E8%AA%8C%E5%9B%9E%E5%A0%B1/04_%E8%A9%95%E5%88%86%E8%A6%8F%E5%89%87_%E5%BB%BA%E8%AD%B0%E5%AE%9A%E7%A8%BF.md</a:t>
            </a:r>
          </a:p>
        </p:txBody>
      </p:sp>
    </p:spTree>
    <p:extLst>
      <p:ext uri="{BB962C8B-B14F-4D97-AF65-F5344CB8AC3E}">
        <p14:creationId xmlns:p14="http://schemas.microsoft.com/office/powerpoint/2010/main" val="455585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Myself issues -1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374EC29-2BC6-4276-99F5-D22089E17127}"/>
              </a:ext>
            </a:extLst>
          </p:cNvPr>
          <p:cNvSpPr txBox="1"/>
          <p:nvPr/>
        </p:nvSpPr>
        <p:spPr>
          <a:xfrm>
            <a:off x="1059180" y="2872172"/>
            <a:ext cx="16543020" cy="5775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、我的題目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是否確定 </a:t>
            </a:r>
            <a:r>
              <a:rPr lang="en-US" altLang="zh-TW" sz="4400" dirty="0">
                <a:sym typeface="PT Serif"/>
              </a:rPr>
              <a:t>Handover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TEEP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David</a:t>
            </a:r>
            <a:r>
              <a:rPr lang="zh-TW" altLang="en-US" sz="4400" dirty="0">
                <a:sym typeface="PT Serif"/>
              </a:rPr>
              <a:t> 的資料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目前認知：</a:t>
            </a:r>
            <a:r>
              <a:rPr lang="en-US" altLang="zh-TW" sz="4400" dirty="0">
                <a:sym typeface="PT Serif"/>
              </a:rPr>
              <a:t>cell </a:t>
            </a:r>
            <a:r>
              <a:rPr lang="zh-TW" altLang="en-US" sz="4400" dirty="0">
                <a:sym typeface="PT Serif"/>
              </a:rPr>
              <a:t>開著時，怎麼排 </a:t>
            </a:r>
            <a:r>
              <a:rPr lang="en-US" altLang="zh-TW" sz="4400" dirty="0">
                <a:sym typeface="PT Serif"/>
              </a:rPr>
              <a:t>slot/PRB</a:t>
            </a:r>
            <a:r>
              <a:rPr lang="zh-TW" altLang="en-US" sz="4400" dirty="0">
                <a:sym typeface="PT Serif"/>
              </a:rPr>
              <a:t>。對比 </a:t>
            </a:r>
            <a:r>
              <a:rPr lang="en-US" altLang="zh-TW" sz="4400" dirty="0" err="1">
                <a:sym typeface="PT Serif"/>
              </a:rPr>
              <a:t>Tobby</a:t>
            </a:r>
            <a:r>
              <a:rPr lang="zh-TW" altLang="en-US" sz="4400" dirty="0">
                <a:sym typeface="PT Serif"/>
              </a:rPr>
              <a:t> 是決定 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                            cell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ON/OFF</a:t>
            </a:r>
            <a:r>
              <a:rPr lang="zh-TW" altLang="en-US" sz="4400" dirty="0">
                <a:sym typeface="PT Serif"/>
              </a:rPr>
              <a:t>。其他有做 </a:t>
            </a:r>
            <a:r>
              <a:rPr lang="en-US" altLang="zh-TW" sz="4400" dirty="0">
                <a:sym typeface="PT Serif"/>
              </a:rPr>
              <a:t>Energy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Saving</a:t>
            </a:r>
            <a:r>
              <a:rPr lang="zh-TW" altLang="en-US" sz="4400" dirty="0">
                <a:sym typeface="PT Serif"/>
              </a:rPr>
              <a:t> 的人呢</a:t>
            </a:r>
            <a:r>
              <a:rPr lang="en-US" altLang="zh-TW" sz="4400" dirty="0">
                <a:sym typeface="PT Serif"/>
              </a:rPr>
              <a:t>?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2187785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/>
              <a:t>Myself issues -2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374EC29-2BC6-4276-99F5-D22089E17127}"/>
              </a:ext>
            </a:extLst>
          </p:cNvPr>
          <p:cNvSpPr txBox="1"/>
          <p:nvPr/>
        </p:nvSpPr>
        <p:spPr>
          <a:xfrm>
            <a:off x="1059180" y="2872172"/>
            <a:ext cx="16543020" cy="6352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2</a:t>
            </a:r>
            <a:r>
              <a:rPr lang="zh-TW" altLang="en-US" sz="4400" dirty="0">
                <a:sym typeface="PT Serif"/>
              </a:rPr>
              <a:t>、讀 </a:t>
            </a:r>
            <a:r>
              <a:rPr lang="en-US" altLang="zh-TW" sz="4400" dirty="0">
                <a:sym typeface="PT Serif"/>
              </a:rPr>
              <a:t>David </a:t>
            </a:r>
            <a:r>
              <a:rPr lang="zh-TW" altLang="en-US" sz="4400" dirty="0">
                <a:sym typeface="PT Serif"/>
              </a:rPr>
              <a:t>資料遇到的小問題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 err="1">
                <a:sym typeface="PT Serif"/>
              </a:rPr>
              <a:t>srsRAN</a:t>
            </a:r>
            <a:r>
              <a:rPr lang="en-US" altLang="zh-TW" sz="4400" dirty="0">
                <a:sym typeface="PT Serif"/>
              </a:rPr>
              <a:t>/OAI</a:t>
            </a:r>
            <a:r>
              <a:rPr lang="zh-TW" altLang="en-US" sz="4400" dirty="0">
                <a:sym typeface="PT Serif"/>
              </a:rPr>
              <a:t> 都沒有做到 </a:t>
            </a:r>
            <a:r>
              <a:rPr lang="en-US" altLang="zh-TW" sz="4400" dirty="0">
                <a:sym typeface="PT Serif"/>
              </a:rPr>
              <a:t>per-PRB CQI</a:t>
            </a:r>
            <a:r>
              <a:rPr lang="zh-TW" altLang="en-US" sz="4400" dirty="0">
                <a:sym typeface="PT Serif"/>
              </a:rPr>
              <a:t>最佳化、動態切換</a:t>
            </a:r>
            <a:r>
              <a:rPr lang="en-US" altLang="zh-TW" sz="4400" dirty="0">
                <a:sym typeface="PT Serif"/>
              </a:rPr>
              <a:t>TD/FD</a:t>
            </a:r>
            <a:r>
              <a:rPr lang="zh-TW" altLang="en-US" sz="4400" dirty="0">
                <a:sym typeface="PT Serif"/>
              </a:rPr>
              <a:t>、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      </a:t>
            </a:r>
            <a:r>
              <a:rPr lang="zh-TW" altLang="en-US" sz="4400" dirty="0">
                <a:sym typeface="PT Serif"/>
              </a:rPr>
              <a:t>整合</a:t>
            </a:r>
            <a:r>
              <a:rPr lang="en-US" altLang="zh-TW" sz="4400" dirty="0">
                <a:sym typeface="PT Serif"/>
              </a:rPr>
              <a:t>Cell DTX</a:t>
            </a:r>
            <a:r>
              <a:rPr lang="zh-TW" altLang="en-US" sz="4400" dirty="0">
                <a:sym typeface="PT Serif"/>
              </a:rPr>
              <a:t>。這個做了嗎</a:t>
            </a:r>
            <a:r>
              <a:rPr lang="en-US" altLang="zh-TW" sz="4400" dirty="0">
                <a:sym typeface="PT Serif"/>
              </a:rPr>
              <a:t>?</a:t>
            </a:r>
            <a:r>
              <a:rPr lang="zh-TW" altLang="en-US" sz="4400" dirty="0">
                <a:sym typeface="PT Serif"/>
              </a:rPr>
              <a:t> 後面可做的問題之一</a:t>
            </a:r>
            <a:r>
              <a:rPr lang="en-US" altLang="zh-TW" sz="4400" dirty="0">
                <a:sym typeface="PT Serif"/>
              </a:rPr>
              <a:t>?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</a:t>
            </a:r>
            <a:r>
              <a:rPr lang="en-US" altLang="zh-TW" sz="4400" dirty="0">
                <a:sym typeface="PT Serif"/>
              </a:rPr>
              <a:t>-&gt;</a:t>
            </a:r>
            <a:r>
              <a:rPr lang="zh-TW" altLang="en-US" sz="4400" dirty="0">
                <a:sym typeface="PT Serif"/>
              </a:rPr>
              <a:t> </a:t>
            </a:r>
            <a:r>
              <a:rPr lang="en-US" altLang="zh-TW" sz="4400" dirty="0">
                <a:sym typeface="PT Serif"/>
              </a:rPr>
              <a:t>WINLAB </a:t>
            </a:r>
            <a:r>
              <a:rPr lang="zh-TW" altLang="en-US" sz="4400" dirty="0">
                <a:sym typeface="PT Serif"/>
              </a:rPr>
              <a:t>的找誰申請 </a:t>
            </a:r>
            <a:r>
              <a:rPr lang="en-US" altLang="zh-TW" sz="4400" dirty="0">
                <a:sym typeface="PT Serif"/>
              </a:rPr>
              <a:t>(</a:t>
            </a:r>
            <a:r>
              <a:rPr lang="zh-TW" altLang="en-US" sz="4400" dirty="0">
                <a:sym typeface="PT Serif"/>
              </a:rPr>
              <a:t>對接 </a:t>
            </a:r>
            <a:r>
              <a:rPr lang="en-US" altLang="zh-TW" sz="4400" dirty="0" err="1">
                <a:sym typeface="PT Serif"/>
              </a:rPr>
              <a:t>Track_B</a:t>
            </a:r>
            <a:r>
              <a:rPr lang="en-US" altLang="zh-TW" sz="4400" dirty="0">
                <a:sym typeface="PT Serif"/>
              </a:rPr>
              <a:t>)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   -&gt; RAPL</a:t>
            </a:r>
            <a:r>
              <a:rPr lang="zh-TW" altLang="en-US" sz="4400" dirty="0">
                <a:sym typeface="PT Serif"/>
              </a:rPr>
              <a:t>瞬時取樣</a:t>
            </a:r>
            <a:r>
              <a:rPr lang="en-US" altLang="zh-TW" sz="4400" dirty="0">
                <a:sym typeface="PT Serif"/>
              </a:rPr>
              <a:t>/wraparound </a:t>
            </a:r>
            <a:r>
              <a:rPr lang="zh-TW" altLang="en-US" sz="4400" dirty="0">
                <a:sym typeface="PT Serif"/>
              </a:rPr>
              <a:t>造成雜訊尖峰，這個過去有人處理過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zh-TW" altLang="en-US" sz="4400" dirty="0">
                <a:sym typeface="PT Serif"/>
              </a:rPr>
              <a:t>        嗎</a:t>
            </a:r>
            <a:r>
              <a:rPr lang="en-US" altLang="zh-TW" sz="4400" dirty="0">
                <a:sym typeface="PT Serif"/>
              </a:rPr>
              <a:t>?</a:t>
            </a:r>
            <a:r>
              <a:rPr lang="zh-TW" altLang="en-US" sz="4400" dirty="0">
                <a:sym typeface="PT Serif"/>
              </a:rPr>
              <a:t>  </a:t>
            </a:r>
            <a:r>
              <a:rPr lang="en-US" altLang="zh-TW" sz="4400" dirty="0">
                <a:sym typeface="PT Serif"/>
              </a:rPr>
              <a:t>(</a:t>
            </a:r>
            <a:r>
              <a:rPr lang="en-US" altLang="zh-TW" sz="4400" dirty="0" err="1">
                <a:sym typeface="PT Serif"/>
              </a:rPr>
              <a:t>Track_A</a:t>
            </a:r>
            <a:r>
              <a:rPr lang="en-US" altLang="zh-TW" sz="4400" dirty="0">
                <a:sym typeface="PT Serif"/>
              </a:rPr>
              <a:t> </a:t>
            </a:r>
            <a:r>
              <a:rPr lang="zh-TW" altLang="en-US" sz="4400" dirty="0">
                <a:sym typeface="PT Serif"/>
              </a:rPr>
              <a:t>數據問題</a:t>
            </a:r>
            <a:r>
              <a:rPr lang="en-US" altLang="zh-TW" sz="4400" dirty="0">
                <a:sym typeface="PT Serif"/>
              </a:rPr>
              <a:t>)</a:t>
            </a: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B004D57-7694-46A6-8BE3-AC62B1D12A71}"/>
              </a:ext>
            </a:extLst>
          </p:cNvPr>
          <p:cNvSpPr txBox="1"/>
          <p:nvPr/>
        </p:nvSpPr>
        <p:spPr>
          <a:xfrm>
            <a:off x="15240" y="9340161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https://github.com/Richard-NTUST/UploadFromMyLaptop/blob/master/TEEP_David%E8%B3%87%E6%96%99/internship/docs/StudyNotes/2026-03-02_Frequencies-in-NR.md</a:t>
            </a:r>
          </a:p>
        </p:txBody>
      </p:sp>
    </p:spTree>
    <p:extLst>
      <p:ext uri="{BB962C8B-B14F-4D97-AF65-F5344CB8AC3E}">
        <p14:creationId xmlns:p14="http://schemas.microsoft.com/office/powerpoint/2010/main" val="274937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638300" y="4386562"/>
            <a:ext cx="150114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Review the last meeting issue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DF063215-FEF7-45DA-8F69-E4143231AD9F}"/>
              </a:ext>
            </a:extLst>
          </p:cNvPr>
          <p:cNvSpPr txBox="1"/>
          <p:nvPr/>
        </p:nvSpPr>
        <p:spPr>
          <a:xfrm>
            <a:off x="1059180" y="2933700"/>
            <a:ext cx="11894820" cy="5817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 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6CAE6DC-C21E-4346-8139-FD2ED226C55D}"/>
              </a:ext>
            </a:extLst>
          </p:cNvPr>
          <p:cNvSpPr txBox="1"/>
          <p:nvPr/>
        </p:nvSpPr>
        <p:spPr>
          <a:xfrm>
            <a:off x="0" y="9363670"/>
            <a:ext cx="914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https://github.com/Richard-NTUST/UploadFromMyLaptop/blob/master/%E6%9C%83%E8%AD%B0%E8%A8%98%E9%8C%84/2026-07-30_meeting/2026-07-30_Meeting-Notes.md</a:t>
            </a:r>
          </a:p>
        </p:txBody>
      </p:sp>
    </p:spTree>
    <p:extLst>
      <p:ext uri="{BB962C8B-B14F-4D97-AF65-F5344CB8AC3E}">
        <p14:creationId xmlns:p14="http://schemas.microsoft.com/office/powerpoint/2010/main" val="1807011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1028700" y="485174"/>
            <a:ext cx="166497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Review the last meeting issue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374EC29-2BC6-4276-99F5-D22089E17127}"/>
              </a:ext>
            </a:extLst>
          </p:cNvPr>
          <p:cNvSpPr txBox="1"/>
          <p:nvPr/>
        </p:nvSpPr>
        <p:spPr>
          <a:xfrm>
            <a:off x="1059180" y="2872172"/>
            <a:ext cx="16543020" cy="1158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12809471-67CE-49EE-830E-D8BDE9C58225}"/>
              </a:ext>
            </a:extLst>
          </p:cNvPr>
          <p:cNvSpPr txBox="1"/>
          <p:nvPr/>
        </p:nvSpPr>
        <p:spPr>
          <a:xfrm>
            <a:off x="1059180" y="2872172"/>
            <a:ext cx="16543020" cy="51984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1</a:t>
            </a:r>
            <a:r>
              <a:rPr lang="zh-TW" altLang="en-US" sz="4400" dirty="0">
                <a:sym typeface="PT Serif"/>
              </a:rPr>
              <a:t>、專題生會議的主持順序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2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Ray </a:t>
            </a:r>
            <a:r>
              <a:rPr lang="zh-TW" altLang="en-US" sz="4400" dirty="0">
                <a:sym typeface="PT Serif"/>
              </a:rPr>
              <a:t>要求全員撰寫專題目標與規劃並貼上群組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3</a:t>
            </a:r>
            <a:r>
              <a:rPr lang="zh-TW" altLang="en-US" sz="4400" dirty="0">
                <a:sym typeface="PT Serif"/>
              </a:rPr>
              <a:t>、專題初稿單期程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4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EURECOM</a:t>
            </a:r>
            <a:r>
              <a:rPr lang="zh-TW" altLang="en-US" sz="4400" dirty="0">
                <a:sym typeface="PT Serif"/>
              </a:rPr>
              <a:t> 實習計畫要求的 </a:t>
            </a:r>
            <a:r>
              <a:rPr lang="en-US" altLang="zh-TW" sz="4400" dirty="0">
                <a:sym typeface="PT Serif"/>
              </a:rPr>
              <a:t>CV</a:t>
            </a:r>
            <a:r>
              <a:rPr lang="zh-TW" altLang="en-US" sz="4400" dirty="0">
                <a:sym typeface="PT Serif"/>
              </a:rPr>
              <a:t> 與 程式證明</a:t>
            </a: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r>
              <a:rPr lang="en-US" altLang="zh-TW" sz="4400" dirty="0">
                <a:sym typeface="PT Serif"/>
              </a:rPr>
              <a:t>5</a:t>
            </a:r>
            <a:r>
              <a:rPr lang="zh-TW" altLang="en-US" sz="4400" dirty="0">
                <a:sym typeface="PT Serif"/>
              </a:rPr>
              <a:t>、</a:t>
            </a:r>
            <a:r>
              <a:rPr lang="en-US" altLang="zh-TW" sz="4400" dirty="0">
                <a:sym typeface="PT Serif"/>
              </a:rPr>
              <a:t>Prof. Gu </a:t>
            </a:r>
            <a:r>
              <a:rPr lang="zh-TW" altLang="en-US" sz="4400" dirty="0">
                <a:sym typeface="PT Serif"/>
              </a:rPr>
              <a:t>來台住宿的行政問題</a:t>
            </a:r>
            <a:endParaRPr lang="en-US" altLang="zh-TW" sz="4400" dirty="0"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948861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">
            <a:extLst>
              <a:ext uri="{FF2B5EF4-FFF2-40B4-BE49-F238E27FC236}">
                <a16:creationId xmlns:a16="http://schemas.microsoft.com/office/drawing/2014/main" id="{75715192-F217-4B84-948B-5CB9C696C3EF}"/>
              </a:ext>
            </a:extLst>
          </p:cNvPr>
          <p:cNvSpPr txBox="1"/>
          <p:nvPr/>
        </p:nvSpPr>
        <p:spPr>
          <a:xfrm>
            <a:off x="5863590" y="465050"/>
            <a:ext cx="6934200" cy="15138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360"/>
              </a:lnSpc>
            </a:pPr>
            <a:r>
              <a:rPr lang="en-US" altLang="zh-TW" sz="9600" b="1" dirty="0">
                <a:sym typeface="PT Serif"/>
              </a:rPr>
              <a:t>The Time line</a:t>
            </a:r>
            <a:endParaRPr lang="en-US" altLang="zh-TW" sz="12000" b="1" spc="-480" dirty="0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1374EC29-2BC6-4276-99F5-D22089E17127}"/>
              </a:ext>
            </a:extLst>
          </p:cNvPr>
          <p:cNvSpPr txBox="1"/>
          <p:nvPr/>
        </p:nvSpPr>
        <p:spPr>
          <a:xfrm>
            <a:off x="1059180" y="2872172"/>
            <a:ext cx="16543020" cy="1158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  <a:p>
            <a:pPr algn="l">
              <a:lnSpc>
                <a:spcPts val="4480"/>
              </a:lnSpc>
            </a:pPr>
            <a:endParaRPr lang="en-US" altLang="zh-TW" sz="4400" dirty="0">
              <a:sym typeface="PT Serif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92E1E44-5DD9-422C-885B-57400FB6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19" y="2781300"/>
            <a:ext cx="18034161" cy="740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62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1273</Words>
  <Application>Microsoft Office PowerPoint</Application>
  <PresentationFormat>自訂</PresentationFormat>
  <Paragraphs>114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Calibri</vt:lpstr>
      <vt:lpstr>Roboto Bold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ME</dc:title>
  <dc:creator>徐銘亨</dc:creator>
  <cp:lastModifiedBy>徐 銘亨</cp:lastModifiedBy>
  <cp:revision>58</cp:revision>
  <dcterms:created xsi:type="dcterms:W3CDTF">2006-08-16T00:00:00Z</dcterms:created>
  <dcterms:modified xsi:type="dcterms:W3CDTF">2026-08-06T11:05:10Z</dcterms:modified>
  <dc:identifier>DAHOJUz7LTQ</dc:identifier>
</cp:coreProperties>
</file>