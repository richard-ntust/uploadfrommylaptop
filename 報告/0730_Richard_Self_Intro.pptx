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65" r:id="rId3"/>
    <p:sldId id="285" r:id="rId4"/>
    <p:sldId id="267" r:id="rId5"/>
    <p:sldId id="261" r:id="rId6"/>
    <p:sldId id="290" r:id="rId7"/>
    <p:sldId id="291" r:id="rId8"/>
    <p:sldId id="292" r:id="rId9"/>
    <p:sldId id="293" r:id="rId10"/>
    <p:sldId id="294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oboto Bold" panose="02020500000000000000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chard-NTUST/Researching-Material.git" TargetMode="External"/><Relationship Id="rId2" Type="http://schemas.openxmlformats.org/officeDocument/2006/relationships/hyperlink" Target="mailto:richardjay0307@gmail.com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mw-ece-ntust/SOP/blob/master/daily-log.md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028699" y="647700"/>
            <a:ext cx="16644937" cy="15272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360"/>
              </a:lnSpc>
            </a:pPr>
            <a:r>
              <a:rPr lang="en-US" altLang="zh-TW" sz="9600" b="1" dirty="0"/>
              <a:t>Self-Introduction (07/30)</a:t>
            </a:r>
            <a:endParaRPr lang="en-US" altLang="zh-TW" sz="104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DA975526-3572-432E-964A-1995EB720D6D}"/>
              </a:ext>
            </a:extLst>
          </p:cNvPr>
          <p:cNvSpPr txBox="1"/>
          <p:nvPr/>
        </p:nvSpPr>
        <p:spPr>
          <a:xfrm>
            <a:off x="1028699" y="4229568"/>
            <a:ext cx="7620000" cy="2920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5400" dirty="0">
                <a:sym typeface="PT Serif"/>
              </a:rPr>
              <a:t>Topic</a:t>
            </a:r>
            <a:r>
              <a:rPr lang="zh-TW" altLang="en-US" sz="5400" dirty="0">
                <a:sym typeface="PT Serif"/>
              </a:rPr>
              <a:t>：</a:t>
            </a:r>
            <a:r>
              <a:rPr lang="en-US" altLang="zh-TW" sz="5400" dirty="0">
                <a:sym typeface="PT Serif"/>
              </a:rPr>
              <a:t>(Pending)</a:t>
            </a:r>
          </a:p>
          <a:p>
            <a:pPr algn="l">
              <a:lnSpc>
                <a:spcPts val="4480"/>
              </a:lnSpc>
            </a:pPr>
            <a:endParaRPr lang="en-US" sz="5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sz="5400" dirty="0">
                <a:sym typeface="PT Serif"/>
              </a:rPr>
              <a:t>Name</a:t>
            </a:r>
            <a:r>
              <a:rPr lang="zh-TW" altLang="en-US" sz="5400" dirty="0">
                <a:sym typeface="PT Serif"/>
              </a:rPr>
              <a:t>：徐銘亨 </a:t>
            </a:r>
            <a:r>
              <a:rPr lang="en-US" altLang="zh-TW" sz="5400" dirty="0">
                <a:sym typeface="PT Serif"/>
              </a:rPr>
              <a:t>(Richard)</a:t>
            </a:r>
          </a:p>
          <a:p>
            <a:pPr algn="l">
              <a:lnSpc>
                <a:spcPts val="4480"/>
              </a:lnSpc>
            </a:pPr>
            <a:endParaRPr lang="en-US" sz="5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sz="5400" dirty="0">
                <a:sym typeface="PT Serif"/>
              </a:rPr>
              <a:t>Teacher</a:t>
            </a:r>
            <a:r>
              <a:rPr lang="zh-TW" altLang="en-US" sz="5400" dirty="0">
                <a:sym typeface="PT Serif"/>
              </a:rPr>
              <a:t>：鄭瑞光 </a:t>
            </a:r>
            <a:r>
              <a:rPr lang="en-US" altLang="zh-TW" sz="5400" dirty="0">
                <a:sym typeface="PT Serif"/>
              </a:rPr>
              <a:t>(Ray)</a:t>
            </a:r>
            <a:endParaRPr lang="en-US" sz="5400" dirty="0"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4278238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028700" y="887677"/>
            <a:ext cx="5600700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12000" b="1" spc="-480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Outline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F063215-FEF7-45DA-8F69-E4143231AD9F}"/>
              </a:ext>
            </a:extLst>
          </p:cNvPr>
          <p:cNvSpPr txBox="1"/>
          <p:nvPr/>
        </p:nvSpPr>
        <p:spPr>
          <a:xfrm>
            <a:off x="1028700" y="4424135"/>
            <a:ext cx="11894820" cy="288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800" dirty="0">
                <a:sym typeface="PT Serif"/>
              </a:rPr>
              <a:t>1</a:t>
            </a:r>
            <a:r>
              <a:rPr lang="zh-TW" altLang="en-US" sz="4800" dirty="0">
                <a:sym typeface="PT Serif"/>
              </a:rPr>
              <a:t>、</a:t>
            </a:r>
            <a:r>
              <a:rPr lang="en-US" altLang="zh-TW" sz="4800" dirty="0">
                <a:sym typeface="PT Serif"/>
              </a:rPr>
              <a:t>How to contact me</a:t>
            </a:r>
          </a:p>
          <a:p>
            <a:pPr algn="l">
              <a:lnSpc>
                <a:spcPts val="4480"/>
              </a:lnSpc>
            </a:pPr>
            <a:endParaRPr lang="en-US" altLang="zh-TW" sz="48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800" dirty="0">
                <a:sym typeface="PT Serif"/>
              </a:rPr>
              <a:t>2</a:t>
            </a:r>
            <a:r>
              <a:rPr lang="zh-TW" altLang="en-US" sz="4800" dirty="0">
                <a:sym typeface="PT Serif"/>
              </a:rPr>
              <a:t>、</a:t>
            </a:r>
            <a:r>
              <a:rPr lang="en-US" altLang="zh-TW" sz="4800" dirty="0">
                <a:sym typeface="PT Serif"/>
              </a:rPr>
              <a:t>What course I token</a:t>
            </a:r>
          </a:p>
          <a:p>
            <a:pPr algn="l">
              <a:lnSpc>
                <a:spcPts val="4480"/>
              </a:lnSpc>
            </a:pPr>
            <a:endParaRPr lang="en-US" altLang="zh-TW" sz="48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800" dirty="0">
                <a:sym typeface="PT Serif"/>
              </a:rPr>
              <a:t>3</a:t>
            </a:r>
            <a:r>
              <a:rPr lang="zh-TW" altLang="en-US" sz="4800" dirty="0">
                <a:sym typeface="PT Serif"/>
              </a:rPr>
              <a:t>、</a:t>
            </a:r>
            <a:r>
              <a:rPr lang="en-US" altLang="zh-TW" sz="4800" dirty="0">
                <a:sym typeface="PT Serif"/>
              </a:rPr>
              <a:t>What I get about the lab 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DA975526-3572-432E-964A-1995EB720D6D}"/>
              </a:ext>
            </a:extLst>
          </p:cNvPr>
          <p:cNvSpPr txBox="1"/>
          <p:nvPr/>
        </p:nvSpPr>
        <p:spPr>
          <a:xfrm>
            <a:off x="1059180" y="2933700"/>
            <a:ext cx="7620000" cy="578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endParaRPr lang="en-US" sz="4400" dirty="0"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244942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3962400" y="4386562"/>
            <a:ext cx="103632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/>
              <a:t>How to contact me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F063215-FEF7-45DA-8F69-E4143231AD9F}"/>
              </a:ext>
            </a:extLst>
          </p:cNvPr>
          <p:cNvSpPr txBox="1"/>
          <p:nvPr/>
        </p:nvSpPr>
        <p:spPr>
          <a:xfrm>
            <a:off x="1059180" y="2933700"/>
            <a:ext cx="11894820" cy="581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6455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82B485C-6585-49FE-8123-46F079F1BDC6}"/>
              </a:ext>
            </a:extLst>
          </p:cNvPr>
          <p:cNvSpPr txBox="1"/>
          <p:nvPr/>
        </p:nvSpPr>
        <p:spPr>
          <a:xfrm>
            <a:off x="3962400" y="495300"/>
            <a:ext cx="103632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/>
              <a:t>How to contact me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0FE53E1D-1B54-4E40-BBEB-F060BBEB4697}"/>
              </a:ext>
            </a:extLst>
          </p:cNvPr>
          <p:cNvSpPr txBox="1"/>
          <p:nvPr/>
        </p:nvSpPr>
        <p:spPr>
          <a:xfrm>
            <a:off x="1101090" y="2628900"/>
            <a:ext cx="16085820" cy="6929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400" dirty="0">
                <a:sym typeface="PT Serif"/>
              </a:rPr>
              <a:t>1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Gmail</a:t>
            </a:r>
            <a:r>
              <a:rPr lang="zh-TW" altLang="en-US" sz="4400" dirty="0">
                <a:sym typeface="PT Serif"/>
              </a:rPr>
              <a:t>：</a:t>
            </a:r>
            <a:r>
              <a:rPr lang="en-US" altLang="zh-TW" sz="4400" dirty="0">
                <a:sym typeface="PT Serif"/>
                <a:hlinkClick r:id="rId2"/>
              </a:rPr>
              <a:t>richardjay0307@gmail.com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2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LINE</a:t>
            </a: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	-&gt; ID </a:t>
            </a:r>
            <a:r>
              <a:rPr lang="zh-TW" altLang="en-US" sz="4400" dirty="0">
                <a:sym typeface="PT Serif"/>
              </a:rPr>
              <a:t>：</a:t>
            </a:r>
            <a:r>
              <a:rPr lang="en-US" altLang="zh-TW" sz="4400" dirty="0">
                <a:sym typeface="PT Serif"/>
              </a:rPr>
              <a:t>2005030764</a:t>
            </a: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	</a:t>
            </a: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	-&gt; Phone number</a:t>
            </a:r>
            <a:r>
              <a:rPr lang="zh-TW" altLang="en-US" sz="4400" dirty="0">
                <a:sym typeface="PT Serif"/>
              </a:rPr>
              <a:t>：</a:t>
            </a:r>
            <a:r>
              <a:rPr lang="en-US" altLang="zh-TW" sz="4400" dirty="0">
                <a:sym typeface="PT Serif"/>
              </a:rPr>
              <a:t>0972-488-764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3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git</a:t>
            </a:r>
            <a:r>
              <a:rPr lang="zh-TW" altLang="en-US" sz="4400" dirty="0">
                <a:sym typeface="PT Serif"/>
              </a:rPr>
              <a:t>：</a:t>
            </a:r>
            <a:r>
              <a:rPr lang="en-US" altLang="zh-TW" sz="4400" dirty="0">
                <a:sym typeface="PT Serif"/>
                <a:hlinkClick r:id="rId3"/>
              </a:rPr>
              <a:t>https://github.com/Richard-NTUST/Researching-Material.git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	-&gt; update here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	-&gt; all report slides also in here</a:t>
            </a:r>
          </a:p>
        </p:txBody>
      </p:sp>
    </p:spTree>
    <p:extLst>
      <p:ext uri="{BB962C8B-B14F-4D97-AF65-F5344CB8AC3E}">
        <p14:creationId xmlns:p14="http://schemas.microsoft.com/office/powerpoint/2010/main" val="640654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953000" y="-464344"/>
            <a:ext cx="11050578" cy="1086564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320"/>
              </a:lnSpc>
            </a:pPr>
            <a:endParaRPr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12388052-7FA7-4FFD-AB82-CC300F9A1E4D}"/>
              </a:ext>
            </a:extLst>
          </p:cNvPr>
          <p:cNvSpPr txBox="1"/>
          <p:nvPr/>
        </p:nvSpPr>
        <p:spPr>
          <a:xfrm>
            <a:off x="4019550" y="4211540"/>
            <a:ext cx="102489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>
                <a:sym typeface="PT Serif"/>
              </a:rPr>
              <a:t>What course I token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  <p:extLst>
      <p:ext uri="{BB962C8B-B14F-4D97-AF65-F5344CB8AC3E}">
        <p14:creationId xmlns:p14="http://schemas.microsoft.com/office/powerpoint/2010/main" val="26454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82B485C-6585-49FE-8123-46F079F1BDC6}"/>
              </a:ext>
            </a:extLst>
          </p:cNvPr>
          <p:cNvSpPr txBox="1"/>
          <p:nvPr/>
        </p:nvSpPr>
        <p:spPr>
          <a:xfrm>
            <a:off x="3962400" y="495300"/>
            <a:ext cx="117348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>
                <a:sym typeface="PT Serif"/>
              </a:rPr>
              <a:t>What course I token-1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E2A70D92-2ED1-43FE-96E7-8E3DC8A93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12736"/>
              </p:ext>
            </p:extLst>
          </p:nvPr>
        </p:nvGraphicFramePr>
        <p:xfrm>
          <a:off x="0" y="2324100"/>
          <a:ext cx="18288000" cy="796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570082161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3369932370"/>
                    </a:ext>
                  </a:extLst>
                </a:gridCol>
              </a:tblGrid>
              <a:tr h="398145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894667"/>
                  </a:ext>
                </a:extLst>
              </a:tr>
              <a:tr h="398145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050638"/>
                  </a:ext>
                </a:extLst>
              </a:tr>
            </a:tbl>
          </a:graphicData>
        </a:graphic>
      </p:graphicFrame>
      <p:pic>
        <p:nvPicPr>
          <p:cNvPr id="14" name="圖片 13">
            <a:extLst>
              <a:ext uri="{FF2B5EF4-FFF2-40B4-BE49-F238E27FC236}">
                <a16:creationId xmlns:a16="http://schemas.microsoft.com/office/drawing/2014/main" id="{1153D626-210F-498C-BE71-4F70210AF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394386"/>
            <a:ext cx="8763000" cy="3793649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0D1347A-D6B6-4AB6-AFD5-2B7EC76FB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2529840"/>
            <a:ext cx="8763000" cy="3526762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24343CD-F1E8-432C-9011-8091D91F2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3" y="2552700"/>
            <a:ext cx="8762998" cy="3526762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862775C1-33DB-4B95-9C17-966BE1E36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2" y="6515099"/>
            <a:ext cx="8762998" cy="367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83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82B485C-6585-49FE-8123-46F079F1BDC6}"/>
              </a:ext>
            </a:extLst>
          </p:cNvPr>
          <p:cNvSpPr txBox="1"/>
          <p:nvPr/>
        </p:nvSpPr>
        <p:spPr>
          <a:xfrm>
            <a:off x="3962400" y="495300"/>
            <a:ext cx="117348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>
                <a:sym typeface="PT Serif"/>
              </a:rPr>
              <a:t>What course I token-2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E2A70D92-2ED1-43FE-96E7-8E3DC8A93B51}"/>
              </a:ext>
            </a:extLst>
          </p:cNvPr>
          <p:cNvGraphicFramePr>
            <a:graphicFrameLocks noGrp="1"/>
          </p:cNvGraphicFramePr>
          <p:nvPr/>
        </p:nvGraphicFramePr>
        <p:xfrm>
          <a:off x="0" y="2324100"/>
          <a:ext cx="18288000" cy="796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570082161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3369932370"/>
                    </a:ext>
                  </a:extLst>
                </a:gridCol>
              </a:tblGrid>
              <a:tr h="398145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894667"/>
                  </a:ext>
                </a:extLst>
              </a:tr>
              <a:tr h="398145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050638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4795EC77-8FDB-47B4-B020-EE06F6010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446128"/>
            <a:ext cx="8926324" cy="375404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04DC243-E3BC-4DF0-8485-01E43D00B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418652"/>
            <a:ext cx="8926324" cy="375404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4FCA682-A33A-429E-9D51-BE0C24722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1124" y="2446128"/>
            <a:ext cx="8904476" cy="375404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0BC7177-A04F-455D-8C7D-D6B4B2365D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364" y="6441512"/>
            <a:ext cx="8889236" cy="373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26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82B485C-6585-49FE-8123-46F079F1BDC6}"/>
              </a:ext>
            </a:extLst>
          </p:cNvPr>
          <p:cNvSpPr txBox="1"/>
          <p:nvPr/>
        </p:nvSpPr>
        <p:spPr>
          <a:xfrm>
            <a:off x="3962400" y="495300"/>
            <a:ext cx="117348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>
                <a:sym typeface="PT Serif"/>
              </a:rPr>
              <a:t>What course I token-3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05CECC5-83D3-4C5C-A9C8-76FC2F13D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2205583"/>
            <a:ext cx="17470759" cy="720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28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953000" y="-464344"/>
            <a:ext cx="11050578" cy="1086564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320"/>
              </a:lnSpc>
            </a:pPr>
            <a:endParaRPr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12388052-7FA7-4FFD-AB82-CC300F9A1E4D}"/>
              </a:ext>
            </a:extLst>
          </p:cNvPr>
          <p:cNvSpPr txBox="1"/>
          <p:nvPr/>
        </p:nvSpPr>
        <p:spPr>
          <a:xfrm>
            <a:off x="2809875" y="4211540"/>
            <a:ext cx="1266825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>
                <a:sym typeface="PT Serif"/>
              </a:rPr>
              <a:t>What I get about the lab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  <p:extLst>
      <p:ext uri="{BB962C8B-B14F-4D97-AF65-F5344CB8AC3E}">
        <p14:creationId xmlns:p14="http://schemas.microsoft.com/office/powerpoint/2010/main" val="3302912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82B485C-6585-49FE-8123-46F079F1BDC6}"/>
              </a:ext>
            </a:extLst>
          </p:cNvPr>
          <p:cNvSpPr txBox="1"/>
          <p:nvPr/>
        </p:nvSpPr>
        <p:spPr>
          <a:xfrm>
            <a:off x="2628900" y="691707"/>
            <a:ext cx="138303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>
                <a:sym typeface="PT Serif"/>
              </a:rPr>
              <a:t>What I get about the lab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674ED5B-D276-47EF-8617-C199F6B9B137}"/>
              </a:ext>
            </a:extLst>
          </p:cNvPr>
          <p:cNvSpPr txBox="1"/>
          <p:nvPr/>
        </p:nvSpPr>
        <p:spPr>
          <a:xfrm>
            <a:off x="1101090" y="2628900"/>
            <a:ext cx="16085820" cy="5195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400" dirty="0">
                <a:sym typeface="PT Serif"/>
              </a:rPr>
              <a:t>1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Who is responsible for the VPN -&gt; </a:t>
            </a:r>
            <a:r>
              <a:rPr lang="en-US" altLang="zh-TW" sz="4400" dirty="0" err="1">
                <a:sym typeface="PT Serif"/>
              </a:rPr>
              <a:t>Joshevan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2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Who is responsible for the meeting links -&gt; Will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3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How to put your progress -&gt; following the </a:t>
            </a:r>
            <a:r>
              <a:rPr lang="en-US" altLang="zh-TW" sz="4400" dirty="0">
                <a:sym typeface="PT Serif"/>
                <a:hlinkClick r:id="rId2"/>
              </a:rPr>
              <a:t>SOP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4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How to draw the flowchart -&gt; draw.io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5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How to start my topic -&gt; refer to TEEP David notes</a:t>
            </a:r>
          </a:p>
        </p:txBody>
      </p:sp>
    </p:spTree>
    <p:extLst>
      <p:ext uri="{BB962C8B-B14F-4D97-AF65-F5344CB8AC3E}">
        <p14:creationId xmlns:p14="http://schemas.microsoft.com/office/powerpoint/2010/main" val="107218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186</Words>
  <Application>Microsoft Office PowerPoint</Application>
  <PresentationFormat>自訂</PresentationFormat>
  <Paragraphs>42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Calibri</vt:lpstr>
      <vt:lpstr>Arial</vt:lpstr>
      <vt:lpstr>Roboto Bold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ME</dc:title>
  <dc:creator>徐銘亨</dc:creator>
  <cp:lastModifiedBy>徐 銘亨</cp:lastModifiedBy>
  <cp:revision>51</cp:revision>
  <dcterms:created xsi:type="dcterms:W3CDTF">2006-08-16T00:00:00Z</dcterms:created>
  <dcterms:modified xsi:type="dcterms:W3CDTF">2026-07-29T20:11:37Z</dcterms:modified>
  <dc:identifier>DAHOJUz7LTQ</dc:identifier>
</cp:coreProperties>
</file>